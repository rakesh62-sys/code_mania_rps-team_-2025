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</p:sldIdLst>
  <p:sldSz cx="18288000" cy="10287000"/>
  <p:notesSz cx="6858000" cy="9144000"/>
  <p:embeddedFontLst>
    <p:embeddedFont>
      <p:font typeface="Poppins Semi-Bold" panose="020B0604020202020204" charset="0"/>
      <p:regular r:id="rId10"/>
    </p:embeddedFont>
    <p:embeddedFont>
      <p:font typeface="Times New Roman Bold" panose="02020803070505020304" pitchFamily="18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1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ai.com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chat.deepseek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6214198" y="189277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438400" y="3109997"/>
            <a:ext cx="14347567" cy="6166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426"/>
              </a:lnSpc>
            </a:pPr>
            <a:endParaRPr dirty="0"/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•Problem Statement Title –FACE RECOGNITION ATTENDANCE SYSTEM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•Theme –EDUCATION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ID –RPS &amp; TEAM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Name (Registered on Website) - RPS &amp; TEAM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•Participant Names – J RAKESH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              K PRAMOD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              V SAI RAM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              K VIVEK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34076" y="1951437"/>
            <a:ext cx="6730981" cy="296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endParaRPr/>
          </a:p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543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9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4036" y="1018927"/>
            <a:ext cx="6988739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RPS &amp; TEAM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03148" y="4273920"/>
            <a:ext cx="9773960" cy="72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927CA9-0585-9830-113D-FDC51E733B8A}"/>
              </a:ext>
            </a:extLst>
          </p:cNvPr>
          <p:cNvSpPr txBox="1"/>
          <p:nvPr/>
        </p:nvSpPr>
        <p:spPr>
          <a:xfrm>
            <a:off x="1981200" y="2160027"/>
            <a:ext cx="146857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This system uses artificial intelligence (AI) and computer vision to automatically detect and recognize student faces and mark attendance—without any manual input or physical interaction.</a:t>
            </a:r>
          </a:p>
          <a:p>
            <a:pPr algn="just"/>
            <a:endParaRPr lang="en-IN" sz="3200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E18079FE-7A25-5A4D-3CB8-2C6293A67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427" y="4237872"/>
            <a:ext cx="1212543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 Saves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manual processes like roll-calling or signing sheets.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 is marked instantly with face or biometric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Improves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human error such as wrong entries or missed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reliable data for reports and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3CFC10D-0ED7-B3F4-B6D2-2F2FFC376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3359" y="-13732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0520" y="171633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RPS &amp; 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628287"/>
            <a:ext cx="8115300" cy="3184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Recognition Library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SQLite / Firebase (for database)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Web-based if applicable)</a:t>
            </a: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340FF1D-9D19-C427-75B0-7046CA0F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417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A35EC-3DEF-1D3E-8EE8-D97E79392337}"/>
              </a:ext>
            </a:extLst>
          </p:cNvPr>
          <p:cNvSpPr txBox="1"/>
          <p:nvPr/>
        </p:nvSpPr>
        <p:spPr>
          <a:xfrm>
            <a:off x="10149839" y="1000971"/>
            <a:ext cx="6438900" cy="901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+------------------+</a:t>
            </a:r>
          </a:p>
          <a:p>
            <a:r>
              <a:rPr lang="en-IN" sz="1600" dirty="0"/>
              <a:t>|  Start/Initialize |</a:t>
            </a:r>
          </a:p>
          <a:p>
            <a:r>
              <a:rPr lang="en-IN" sz="1600" dirty="0"/>
              <a:t>+------------------+</a:t>
            </a:r>
          </a:p>
          <a:p>
            <a:r>
              <a:rPr lang="en-IN" sz="1600" dirty="0"/>
              <a:t>         ↓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|  Capture Live Video    |</a:t>
            </a:r>
          </a:p>
          <a:p>
            <a:r>
              <a:rPr lang="en-IN" sz="1600" dirty="0"/>
              <a:t>|  from Webcam/CCTV      |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         ↓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|  Detect Face in Frame  |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         ↓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|  Compare with Stored   |</a:t>
            </a:r>
          </a:p>
          <a:p>
            <a:r>
              <a:rPr lang="en-IN" sz="1600" dirty="0"/>
              <a:t>|  Face Encodings        |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         ↓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|  Match Found?          |</a:t>
            </a:r>
          </a:p>
          <a:p>
            <a:r>
              <a:rPr lang="en-IN" sz="1600" dirty="0"/>
              <a:t>|   Yes → Next           |</a:t>
            </a:r>
          </a:p>
          <a:p>
            <a:r>
              <a:rPr lang="en-IN" sz="1600" dirty="0"/>
              <a:t>|   No  → Discard        |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         ↓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|  Mark Attendance:      |</a:t>
            </a:r>
          </a:p>
          <a:p>
            <a:r>
              <a:rPr lang="en-IN" sz="1600" dirty="0"/>
              <a:t>|  - Name                |</a:t>
            </a:r>
          </a:p>
          <a:p>
            <a:r>
              <a:rPr lang="en-IN" sz="1600" dirty="0"/>
              <a:t>|  - Timestamp           |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         ↓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|  Store in Database     |</a:t>
            </a:r>
          </a:p>
          <a:p>
            <a:r>
              <a:rPr lang="en-IN" sz="1600" dirty="0"/>
              <a:t>+------------------------+</a:t>
            </a:r>
          </a:p>
          <a:p>
            <a:r>
              <a:rPr lang="en-IN" sz="1600" dirty="0"/>
              <a:t>         ↓</a:t>
            </a:r>
          </a:p>
          <a:p>
            <a:r>
              <a:rPr lang="en-IN" dirty="0"/>
              <a:t>   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6856" y="455527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RPS &amp; 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30124" y="3789079"/>
            <a:ext cx="13148076" cy="2743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 algn="l">
              <a:lnSpc>
                <a:spcPts val="7411"/>
              </a:lnSpc>
              <a:buFont typeface="Arial" panose="020B0604020202020204" pitchFamily="34" charset="0"/>
              <a:buChar char="•"/>
            </a:pPr>
            <a:r>
              <a:rPr lang="en-US" sz="443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IN PROGRAM DEBUGGING </a:t>
            </a:r>
          </a:p>
          <a:p>
            <a:pPr marL="685800" indent="-685800" algn="l">
              <a:lnSpc>
                <a:spcPts val="7411"/>
              </a:lnSpc>
              <a:buFont typeface="Arial" panose="020B0604020202020204" pitchFamily="34" charset="0"/>
              <a:buChar char="•"/>
            </a:pPr>
            <a:r>
              <a:rPr lang="en-US" sz="443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 APPLICATION </a:t>
            </a:r>
          </a:p>
          <a:p>
            <a:pPr marL="685800" indent="-685800" algn="l">
              <a:lnSpc>
                <a:spcPts val="7411"/>
              </a:lnSpc>
              <a:buFont typeface="Arial" panose="020B0604020202020204" pitchFamily="34" charset="0"/>
              <a:buChar char="•"/>
            </a:pPr>
            <a:r>
              <a:rPr lang="en-US" sz="443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ENTERING A DATABASE IN APPLICATIONS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406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4650" y="565676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RPS &amp; TEAM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3511C72-35DD-5B75-9B00-1D77E5102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929" y="3659035"/>
            <a:ext cx="1211902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accurate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fraud (e.g., proxy attendance)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productivity and discipline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reports for payroll, grading, or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RPS &amp; 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850" y="3775180"/>
            <a:ext cx="16680801" cy="381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endParaRPr lang="en-US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/>
              <a:t>Improved Security and Anti-Spoofing</a:t>
            </a:r>
            <a:endParaRPr lang="en-US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Attendance trends</a:t>
            </a:r>
            <a:r>
              <a:rPr lang="en-US" sz="4000" dirty="0"/>
              <a:t>: Weekly/monthly patterns, absenteeism alerts.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Dashboards</a:t>
            </a:r>
            <a:r>
              <a:rPr lang="en-US" sz="4000" dirty="0"/>
              <a:t>: For students/employees, teachers/managers to monitor performance or engagement.</a:t>
            </a:r>
          </a:p>
          <a:p>
            <a:pPr algn="l">
              <a:lnSpc>
                <a:spcPts val="6413"/>
              </a:lnSpc>
            </a:pPr>
            <a:endParaRPr lang="en-US" sz="393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1" y="-7701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sz="2800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82112" y="455527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RPS &amp; 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80638" y="4504136"/>
            <a:ext cx="12809355" cy="87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5"/>
              </a:lnSpc>
            </a:pPr>
            <a:endParaRPr lang="en-US" sz="46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EC94D-15EA-C55A-7975-5483279F2D87}"/>
              </a:ext>
            </a:extLst>
          </p:cNvPr>
          <p:cNvSpPr txBox="1"/>
          <p:nvPr/>
        </p:nvSpPr>
        <p:spPr>
          <a:xfrm>
            <a:off x="3717471" y="3642362"/>
            <a:ext cx="54102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hlinkClick r:id="rId7"/>
              </a:rPr>
              <a:t>https://chat.deepseek.com/</a:t>
            </a:r>
            <a:endParaRPr lang="en-IN" sz="3200" dirty="0"/>
          </a:p>
          <a:p>
            <a:r>
              <a:rPr lang="en-IN" sz="3200" dirty="0">
                <a:hlinkClick r:id="rId8"/>
              </a:rPr>
              <a:t>https://openai.com/</a:t>
            </a:r>
            <a:endParaRPr lang="en-IN" sz="3200" dirty="0"/>
          </a:p>
          <a:p>
            <a:endParaRPr lang="en-IN" sz="32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3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89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RPS &amp; TEAM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5127C1A-FEAB-A72B-03D8-D15E61C9D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0385" y="2218189"/>
            <a:ext cx="1442414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Liveness detection prevents spoofing using 3D mapping and eye movement.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Edge computing enables real-time recognition without internet reliance.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  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dvanced AI and deep learning improve accuracy under varied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Mobile app integration allows remote attendance with GPS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Cloud-based storage provides centralized, secure data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Multi-factor authentication enhances security with voice or fingerprint.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Real-time dashboards offer instant analytics and attendance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Emotion detection can monitor engagement and alertness.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Systems are being trained to recognize faces with masks or obstructions.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privacy and legal compliance are prioritized for ethical use.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69FE2-1F48-214E-A963-4C51934479D2}"/>
              </a:ext>
            </a:extLst>
          </p:cNvPr>
          <p:cNvSpPr txBox="1"/>
          <p:nvPr/>
        </p:nvSpPr>
        <p:spPr>
          <a:xfrm>
            <a:off x="7256405" y="8047040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  <a:endParaRPr lang="en-IN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608</Words>
  <Application>Microsoft Office PowerPoint</Application>
  <PresentationFormat>Custom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Poppins Semi-Bold</vt:lpstr>
      <vt:lpstr>Times New Roman Bold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cp:lastModifiedBy>saibabubathike@gmail.com</cp:lastModifiedBy>
  <cp:revision>3</cp:revision>
  <dcterms:created xsi:type="dcterms:W3CDTF">2006-08-16T00:00:00Z</dcterms:created>
  <dcterms:modified xsi:type="dcterms:W3CDTF">2025-04-30T10:14:41Z</dcterms:modified>
  <dc:identifier>DAGmCImH0yY</dc:identifier>
</cp:coreProperties>
</file>